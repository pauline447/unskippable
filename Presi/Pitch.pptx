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0630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63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35571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5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1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33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7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178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926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197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05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A7692BA-6F3B-45D6-9514-74A9885F990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B97A296-04E2-4A45-87C2-BF634E8832B8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47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68C9A-1D85-E67A-7B7F-3DA85140C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GDW - </a:t>
            </a:r>
            <a:r>
              <a:rPr lang="de-DE" dirty="0" err="1"/>
              <a:t>Unskipable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D25B1E-6A06-63C0-EA91-6694E2D9C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Want a break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ads</a:t>
            </a:r>
            <a:r>
              <a:rPr lang="de-DE" dirty="0"/>
              <a:t>?</a:t>
            </a:r>
          </a:p>
          <a:p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shame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couldn‘t</a:t>
            </a:r>
            <a:r>
              <a:rPr lang="de-DE" dirty="0"/>
              <a:t> </a:t>
            </a:r>
            <a:r>
              <a:rPr lang="de-DE" dirty="0" err="1"/>
              <a:t>skip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5709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6E389-2304-25B1-09E1-CE9B0B2C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Moodboard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000C7-DB80-E7E5-2863-7E999990F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580" y="4767442"/>
            <a:ext cx="9601200" cy="1756090"/>
          </a:xfrm>
        </p:spPr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2D </a:t>
            </a:r>
            <a:r>
              <a:rPr lang="de-DE" dirty="0" err="1"/>
              <a:t>artists</a:t>
            </a:r>
            <a:r>
              <a:rPr lang="de-DE" dirty="0"/>
              <a:t>, Animators (x2) and a </a:t>
            </a:r>
            <a:r>
              <a:rPr lang="de-DE" dirty="0" err="1"/>
              <a:t>programmer</a:t>
            </a:r>
            <a:r>
              <a:rPr lang="de-DE" dirty="0"/>
              <a:t> (</a:t>
            </a:r>
            <a:r>
              <a:rPr lang="de-DE" dirty="0" err="1"/>
              <a:t>we</a:t>
            </a:r>
            <a:r>
              <a:rPr lang="de-DE" dirty="0"/>
              <a:t> all do a </a:t>
            </a:r>
            <a:r>
              <a:rPr lang="de-DE" dirty="0" err="1"/>
              <a:t>lil</a:t>
            </a:r>
            <a:r>
              <a:rPr lang="de-DE" dirty="0"/>
              <a:t>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game design)</a:t>
            </a:r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sound</a:t>
            </a:r>
            <a:r>
              <a:rPr lang="de-DE" dirty="0"/>
              <a:t> </a:t>
            </a:r>
            <a:r>
              <a:rPr lang="de-DE" dirty="0" err="1"/>
              <a:t>designer</a:t>
            </a: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D214724-F5A6-CC28-C557-DD19555E92B9}"/>
              </a:ext>
            </a:extLst>
          </p:cNvPr>
          <p:cNvSpPr txBox="1">
            <a:spLocks/>
          </p:cNvSpPr>
          <p:nvPr/>
        </p:nvSpPr>
        <p:spPr>
          <a:xfrm>
            <a:off x="1371600" y="3951351"/>
            <a:ext cx="1056132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The Team (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5BA08EA-2191-0A77-9AAA-C53EF293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86728"/>
            <a:ext cx="6885248" cy="3268594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F06C3AD-D2A9-C8C8-6806-976AAECDB06B}"/>
              </a:ext>
            </a:extLst>
          </p:cNvPr>
          <p:cNvSpPr txBox="1">
            <a:spLocks/>
          </p:cNvSpPr>
          <p:nvPr/>
        </p:nvSpPr>
        <p:spPr>
          <a:xfrm>
            <a:off x="1377420" y="1583316"/>
            <a:ext cx="3089878" cy="1756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Ad(s)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skipped</a:t>
            </a:r>
            <a:endParaRPr lang="de-DE" dirty="0"/>
          </a:p>
          <a:p>
            <a:r>
              <a:rPr lang="de-DE" dirty="0"/>
              <a:t>Try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skip</a:t>
            </a:r>
            <a:r>
              <a:rPr lang="de-DE" dirty="0"/>
              <a:t> </a:t>
            </a:r>
            <a:r>
              <a:rPr lang="de-DE" dirty="0" err="1"/>
              <a:t>button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ad(s) </a:t>
            </a:r>
            <a:r>
              <a:rPr lang="de-DE" dirty="0" err="1"/>
              <a:t>hide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249443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TM10001105[[fn=Ausschnitt]]</Template>
  <TotalTime>0</TotalTime>
  <Words>88</Words>
  <Application>Microsoft Office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Franklin Gothic Book</vt:lpstr>
      <vt:lpstr>Ausschnitt</vt:lpstr>
      <vt:lpstr>GDW - Unskipable</vt:lpstr>
      <vt:lpstr>Moodboard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Melina Behnert</dc:creator>
  <cp:lastModifiedBy>Melina Behnert</cp:lastModifiedBy>
  <cp:revision>1</cp:revision>
  <dcterms:created xsi:type="dcterms:W3CDTF">2026-03-08T11:50:50Z</dcterms:created>
  <dcterms:modified xsi:type="dcterms:W3CDTF">2026-03-08T12:03:36Z</dcterms:modified>
</cp:coreProperties>
</file>